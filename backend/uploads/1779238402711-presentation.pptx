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F3D282-9DAD-4C0A-8528-5F06ECC47C57}">
          <p14:sldIdLst>
            <p14:sldId id="256"/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39" d="100"/>
          <a:sy n="39" d="100"/>
        </p:scale>
        <p:origin x="85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360F-3B74-13CD-4135-5466FC88E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CC1D6-22EF-128E-321D-FA03F3E4E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B40A6-1B20-5532-2EA5-2474F1BD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0299E-58B5-6A3D-E32A-F36A6032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15EBE-F3BF-5653-ED23-28FEA71B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9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7BDD6-12E4-4706-4BE0-045CEEF4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601B3-5B07-DD53-0F43-A7FE54DF1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0B02E-B177-502D-4502-B14E5F13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D3D1-C47E-158C-3CCC-B93862D7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69924-28EF-1061-DE45-760D07C2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1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F526-543E-4A3E-CE29-74BB3E59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28291-AE6A-BF1A-AE87-46B3F0A85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6FE9A-FA52-F56C-7ECD-DBFABFFC6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86692-A6E5-89AC-CD4B-C653B569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62F7A-CCE8-875B-84E8-1C9C5FDCB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0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C127-DAD9-EB94-B534-BAB14D0A4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936ED-B42E-4065-1F06-59D11FB53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6208D-CB7A-425C-AAA4-3A0C38407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1F4DA-57EE-5B9F-383F-092F7ABE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27F4B-AB37-8BE1-3E72-43E0E1BEA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CEA13-607B-44FA-FF9E-F81341C1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9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550E-0F33-17F8-EB60-699489C6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5AB16-0DF2-4446-47F8-26CE239D3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A3418-5CA3-D5CC-ED24-015180C79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E2CF3-F6CB-F8D6-6A88-0C956284E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F0F8A-0D75-B02B-E746-5704B78DE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0FCDB-6B65-6717-BD2A-7F80B34A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C30171-32B4-BEEF-DCA8-6FA7D0E7E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3DE396-D84D-2406-EC32-C60384FD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04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9CA2-A98C-969E-312E-0AE4B08B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89BAC-FF02-1ECF-22B7-8680BA678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970DD-F9E0-0D01-D6D1-7B51B17C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0D4B4-BBFB-AFBD-ABC1-355C9B43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9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CB292-F426-CBC5-3866-5E3F3148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80492-30CF-5DC4-4DCE-C79989E11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21030-9C51-F7ED-BF8D-F0D57B41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3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1DCB-59D2-E175-8705-0298928D7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5391-B269-E0FB-6C3C-E89AFC86F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5F8C1-6EAE-48C6-4C5A-B4F5332B0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BDD92-7042-9F61-DDC0-CF3EE40C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DAF99-3753-2F69-3ABD-8150D87D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F5028-0E9E-FDA3-3826-36FB1E0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81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7B2ED-63B2-5FA4-6EDE-6132C088C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93E541-1156-E1B1-26D8-37080786F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23BCB-A9BC-E8E2-DDAF-B35C177A7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EF822-7346-7EC8-97CC-66B3A743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D7492-6E9B-070F-FAEF-37DF1A96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B58E1-E2DE-F1F0-2BC3-C13189D6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8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5BB5-B194-775D-2FB1-1D15D6D7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A3F0C-6273-6B9C-DD34-81E6BE159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823B9-F954-9D1B-2FFF-14E61FCA9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18C6-C55E-C252-4C3B-AC186029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C5568-FCB3-F1E6-C4A5-1A32F290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2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4BFACD-BF8C-2BCA-C4FC-F70D3413D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11504-BCD6-AAEB-7E4F-D3D89D78D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CF3F4-5EB0-5489-C24C-FCF84B97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B4F37-BB9E-F4C9-9721-EEE83451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2EE6D-B890-700D-DCF8-E9F196C3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9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BE57B-7168-C625-3E7A-31B8543E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CFBA2-4F33-1552-CBF6-F39C63C41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EC7DA-C57D-6F34-8A1D-11BFA9061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D94A4-E9FD-49C2-8724-3999BAB4BB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1B2FD-BCF6-2371-39FC-73926A948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EE03C-E30B-19B3-C908-3D22AF99F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B39A9-B053-4273-9654-DEB1B90C8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9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BFF39-8B9F-191D-45D3-E31A080B80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bonjourr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89A0D-64CB-7578-54E4-C7A276F46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Presenter par ; </a:t>
            </a:r>
            <a:r>
              <a:rPr lang="en-US" dirty="0" err="1"/>
              <a:t>fatma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6889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1076-47DA-8CD5-9E0B-5981873A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Presenation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477E1-B1B4-B6FF-95F0-C877BA9D1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Ddvjhfbvjbxxxxxxxxxcn</a:t>
            </a:r>
            <a:r>
              <a:rPr lang="en-US" dirty="0"/>
              <a:t> j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841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F75F-EF53-8B2D-D051-F883A629B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</a:t>
            </a:r>
            <a:r>
              <a:rPr lang="en-US" dirty="0" err="1"/>
              <a:t>croissance</a:t>
            </a:r>
            <a:r>
              <a:rPr lang="en-US" dirty="0"/>
              <a:t> economies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D5274-25BF-ACB1-F39B-529435ABD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Croissance</a:t>
            </a:r>
            <a:r>
              <a:rPr lang="en-US" dirty="0"/>
              <a:t> </a:t>
            </a:r>
            <a:r>
              <a:rPr lang="en-US" dirty="0" err="1"/>
              <a:t>economieque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permet</a:t>
            </a:r>
            <a:r>
              <a:rPr lang="en-US" dirty="0"/>
              <a:t> </a:t>
            </a:r>
            <a:r>
              <a:rPr lang="en-US" dirty="0" err="1"/>
              <a:t>davoir</a:t>
            </a:r>
            <a:r>
              <a:rPr lang="en-US" dirty="0"/>
              <a:t> ….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01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bonjourr</vt:lpstr>
      <vt:lpstr>Presenation </vt:lpstr>
      <vt:lpstr>Definitions croissance economies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bonjourr</dc:title>
  <dc:creator>rihab dhifallah</dc:creator>
  <cp:lastModifiedBy>rihab dhifallah</cp:lastModifiedBy>
  <cp:revision>1</cp:revision>
  <dcterms:created xsi:type="dcterms:W3CDTF">2026-05-18T17:25:03Z</dcterms:created>
  <dcterms:modified xsi:type="dcterms:W3CDTF">2026-05-18T17:27:01Z</dcterms:modified>
</cp:coreProperties>
</file>